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API 測試頁面程式說明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Vue 3 初學者教學｜hg-microgrid-ems 專案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這次要做什麼？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在微電網 EMS 網站新增「API 測試」頁面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GET：從 http://192.168.1.148:5000/time 讀取資料，每 2 秒更新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POST：送 {"number": 23122} 到 http://192.168.1.148:5000/add2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畫面要顯示伺服器回傳的結果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想像成：在網站裡開一間「API 測試室」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1｜基礎概念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什麼是 API？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API = 前端（網頁）跟後端（伺服器）溝通的接口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前端用 fetch 發請求，後端回傳 JSON 或文字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常見兩種方式：GET（讀資料）與 POST（送資料）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本頁面同時示範這兩種用法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GET 與 POST 的差別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GET /time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POST /add2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目的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讀取時間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送出數字讓伺服器計算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何時執行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進入頁面後自動、每 2 秒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使用者按「送出 POST」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是否帶 body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是，{"number": 23122}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典型用途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查詢、輪詢更新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提交表單、運算請求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Vue 專案的三層結構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App.vue — 外框：左側選單 + 右側內容區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router/index.js — 路由表：網址對應哪個頁面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views/*.vue — 各頁面：畫面 + 邏輯 + 樣式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一個 .vue 檔 = template + script setup + style scoped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2｜修改步驟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整體只需 3 個步驟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步驟 1：新建 src/views/ApiTest.vue（頁面本體）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步驟 2：修改 src/router/index.js（註冊 /api-test 路由）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步驟 3：修改 src/App.vue（左側選單加入「API 測試」）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完成後：點選單 → 網址 /api-test → 顯示測試頁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ApiTest.vue 畫面長什麼樣？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第一張卡片（GET）：顯示 /time 網址與回傳結果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讀取中 → 顯示「讀取中...」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失敗 → 紅色錯誤訊息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成功 → 顯示伺服器內容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第二張卡片（POST）：數字輸入框 + 送出按鈕 + 結果區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使用 Element Plus 的 el-card、el-button、el-input-number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template 重點：條件顯示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&lt;el-tag v-if="timeLoading"&gt;讀取中...&lt;/el-tag&gt;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&lt;el-tag v-else-if="timeError"&gt;{{ timeError }}&lt;/el-tag&gt;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 v-else&gt;{{ timeData }}&lt;/pre&gt;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&lt;el-input-number v-model="postNumber" /&gt;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&lt;el-button @click="sendPost"&gt;送出 POST&lt;/el-button&gt;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v-if / v-else-if / v-else：依狀態切換畫面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v-model：雙向綁定，輸入框與 postNumber 同步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3｜JavaScript 邏輯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用 ref 存放會變動的資料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ref, onMounted, onUnmounted } from "vue"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timeData = ref("")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timeError = ref("")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postNumber = ref(23122)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postResult = ref(null)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script 裡讀寫要用 .value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timeData.value = "伺服器回傳內容"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= 響應式變數，值改變時畫面自動更新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GET：fetchTime 函式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fetchTime = async 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fetch(TIME_URL)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text = await res.text()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timeData.value = text  // 或解析 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timeError.value = err.message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fetch：瀏覽器內建，用來發 HTTP 請求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async/await：等待伺服器回應後再繼續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每 2 秒更新 + 離開頁面清理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onMounted(()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fetchTime()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pollTimer = setInterval(fetchTime, 2000)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onUnmounted(()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clearInterval(pollTimer)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onMounted：進入頁面時執行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setInterval：每 2000 毫秒（2 秒）重複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onUnmounted：離開頁面時停止計時器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POST：sendPost 函式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sendPost = async 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fetch(ADD_URL,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"POST",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"Content-Type": "application/json"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 number: postNumber.value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postResult.value = await res.text()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JSON.stringify：物件 → JSON 字串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Content-Type：告訴伺服器 body 是 JSON 格式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4｜路由與選單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router/index.js 新增路由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"/api-test",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"ApiTest",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component: () =&gt; import("../views/ApiTest.vue")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path：網址路徑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component：要顯示的頁面元件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import(...)：懶載入，進入頁面才下載程式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App.vue 新增選單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&lt;el-menu router&gt;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&lt;el-menu-item index="/api-test"&gt;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&lt;el-icon&gt;&lt;Connection /&gt;&lt;/el-icon&gt;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&lt;span&gt;API 測試&lt;/span&gt;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&lt;/el-menu-item&gt;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&lt;/el-menu&gt;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index="/api-test"：點擊導向該網址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屬性：Element Plus 配合 Vue Router 跳轉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5｜資料流程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GET 資料流程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070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使用者進入 API 測試頁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97680" y="16642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842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onMounted 呼叫 fetchTime()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24414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614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fetch 向 192.168.1.148:5000/time 發 GET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32186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387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伺服器回傳時間資料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9959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159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寫入 timeData，畫面更新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932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6. 2 秒後 setInterval 再次執行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POST 資料流程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070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使用者輸入 number（預設 23122）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97680" y="16642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842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點擊「送出 POST」按鈕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24414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614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sendPost() 向 /add2 發 POST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32186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387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body 為 {"number": 23122}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9959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159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伺服器計算後回傳結果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932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6. 寫入 postResult，畫面顯示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6｜常見問題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CORS 是什麼？為什麼會失敗？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前端：localhost:5173（Vite 開發伺服器）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後端：192.168.1.148:5000（不同網址）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瀏覽器會檢查後端是否「允許」前端存取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若後端沒設定 CORS → Console 出現 CORS 錯誤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這不是 Vue 寫錯！需後端加入跨域設定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Postman 測試通常正常（不受瀏覽器 CORS 限制）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try / catch 錯誤處理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連不上伺服器、404、500 都會進 catch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把錯誤訊息存到 timeError 或 postError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畫面顯示紅色提示，程式不會整個崩潰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初學者建議：用 F12 開發者工具看 Network 與 Console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修改檔案總整理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檔案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動作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內容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src/views/ApiTest.vue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新建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GET 輪詢 + POST 表單 + 結果顯示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src/router/index.js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修改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新增 /api-test 路由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src/App.vue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修改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左側選單加入「API 測試」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如何執行與測試？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終端機執行：npm run dev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瀏覽器開啟開發網址（通常 localhost:5173）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左側選單點「API 測試」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確認 GET 區塊每 2 秒更新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5. 按「送出 POST」確認回傳數值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後端需先啟動在 192.168.1.148:5000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建議練習（加深理解）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把 POLL_INTERVAL 改成 5000，觀察更新頻率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修改 postNumber 預設值，看 POST 結果變化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暫時關閉後端，確認錯誤訊息是否正確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在 fetchTime 加 console.log，用 F12 觀察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試著加第三個 API 卡片，練習複製既有模式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謝謝聆聽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EFF"/>
                </a:solidFill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測試頁面程式說明</dc:title>
  <dc:subject>PptxGenJS Presentation</dc:subject>
  <dc:creator>hg-microgrid-ems</dc:creator>
  <cp:lastModifiedBy>hg-microgrid-ems</cp:lastModifiedBy>
  <cp:revision>1</cp:revision>
  <dcterms:created xsi:type="dcterms:W3CDTF">2026-06-08T04:03:53Z</dcterms:created>
  <dcterms:modified xsi:type="dcterms:W3CDTF">2026-06-08T04:03:53Z</dcterms:modified>
</cp:coreProperties>
</file>