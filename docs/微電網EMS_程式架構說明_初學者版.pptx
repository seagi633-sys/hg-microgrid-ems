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71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臺南市小型防災微電網 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62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程式架構說明 — 初學者版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這個網站在做什麼？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監控三個案場的微電網即時狀態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顯示：光電、儲能、柴發、負載、市電功率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支援五種運轉情境切換（併網/孤島/柴發等）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帳號登入 + 權限管理左側功能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目前數據為前端模擬，可後續串接 API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使用技術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Vue 3 — 前端框架（畫面與互動）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Vite — 開發與打包工具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Vue Router — 網址對應不同頁面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Pinia — 全域狀態管理（資料倉庫）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Element Plus — UI 元件（按鈕、表格、選單）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ECharts — 功率曲線圖表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專案目錄結構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DF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main.js          程式起點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App.vue          根元件（側欄+主畫面）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router/          路由設定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stores/          Pinia 資料倉庫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authStore.js  登入/權限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emsStore.js   微電網模擬資料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views/           各功能頁面（14 個）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components/      共用 UI 元件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composables/     可重用邏輯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          權限定義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utils/           工具函式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程式啟動流程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DF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index.html 載入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main.js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createApp(App)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.use(Pinia) .use(Router) .use(ElementPlus)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.mount('#app')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App.vue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authStore.initialize()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/login → 登入頁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其他   → 側欄 + 頁面內容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router 決定顯示哪個 View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Views（頁面）↔ Pinia Stores（資料倉庫）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Components（元件）直接讀 Store 顯示 UI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authStore：登入、使用者、權限 → localStorage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emsStore：案場、功率、情境 → 記憶體（模擬）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任何頁面 useEmsStore() 取得同一份資料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身份驗證流程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Login.vue → authStore.login() → sessionStorage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router.beforeEach 檢查是否登入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hasPermission(key) 檢查是否有功能權限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admin 帳號擁有全部權限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Users.vue 新增使用者 / Permissions.vue 設定權限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menuPermissions.js 定義 14 個功能權限 key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emsStore 核心邏輯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siteOptions：三個案場規格（容量、負載等）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setSite()：切換案場，重置功率與 SOC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fetchEmsData()：每 2 秒更新模擬數據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currentMode（1~5）計算電力平衡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pvPower / essPower / genPower / loadPower / gridPower / soc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Dashboard、單線圖、各子系統頁都讀同一份 store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路由與權限對應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/system-overview → Dashboard（system-overview）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/pv-system → 太陽光電（pv-system）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/ess-system → 儲能（ess-system）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/users → 使用者管理（users）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/permissions → 權限管理（permissions）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無權限存取 → 自動導向第一個有權限的頁面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主要頁面（Views）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— 系統總覽 + 單線圖 + KPI 卡片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RealTimePower / History — 即時與歷史曲線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PVSystem / ESSSystem / GensetSystem — 子系統監控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PVPrediction / LoadPrediction — 預測 Demo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 / Permissions — 帳號與權限管理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ApiTest — 後端 API 連線測試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主要元件（Components）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SiteHeader — 頂部標題、案場選擇、時鐘、登出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SingleLineDiagram — SVG 微電網單線圖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RealTimePowerChart — ECharts 即時曲線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CampusPvScene / ScenicPvScene — 光電動畫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CabinetEssScene / ContainerEssScene — 儲能動畫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GensetScene — 柴發動畫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資料流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389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DF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SiteHeader 切換案場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emsStore.setSite(id)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emsStore.fetchEmsData()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setInterval(2000)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emsStore.fetchEmsData()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SingleLineDiagram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03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讀 emsStore → SVG 自動更新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Vue 重要概念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 / computed — 響應式資料，改變即更新畫面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Pinia store — 跨頁面共用資料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provide / inject — App 傳側欄控制給 SiteHeader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vue-router — 換頁 + 登入守衛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onMounted — 頁面載入後啟動計時器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watch — 監聽 store 變化更新圖表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初學者建議閱讀順序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main.js → App.vue → router/index.js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authStore + Login.vue（登入）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emsStore.js（核心資料）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Dashboard + SingleLineDiagram（UI 綁定）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menuPermissions + Permissions（權限）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其他 View 依需求閱讀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92D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後續擴充方向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emsStore.fetchEmsData 改為呼叫後端 API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authStore 改為 PostgreSQL + Flask 後端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History.vue 讀取真實歷史資料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3031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事件紀錄、報表等功能完成開發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716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62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hg-microgrid-ems 程式架構說明文件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微電網 EMS 程式架構說明</dc:title>
  <dc:subject>PptxGenJS Presentation</dc:subject>
  <dc:creator>hg-microgrid-ems</dc:creator>
  <cp:lastModifiedBy>hg-microgrid-ems</cp:lastModifiedBy>
  <cp:revision>1</cp:revision>
  <dcterms:created xsi:type="dcterms:W3CDTF">2026-06-30T07:46:14Z</dcterms:created>
  <dcterms:modified xsi:type="dcterms:W3CDTF">2026-06-30T07:46:14Z</dcterms:modified>
</cp:coreProperties>
</file>