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71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臺南市小型防災微電網 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62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程式說明 — 初學者版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在做什麼？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PostgreSQL 讀取 vpp_realtime 即時點位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轉成 JSON 提供 Vue 前端使用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目前：佳里國中 MG-TNN-001 / BMS-1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白話：DB=倉庫，API=服務生，網頁=客人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DF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(vpp / vpp_realtime)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 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backend-node/ Express :5000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 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 proxy /api → localhost:5000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 fetch()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useBmsRealtime.js → ESSSystem.vue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CabinetEssScene 懸停 BMS-1 顯示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專案目錄（API 相關）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backend-node/server.mjs — API 路由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backend-node/db.mjs — SQL 查詢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backend-node/serialize.mjs — 數值解析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backend/.env — 資料庫連線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src/config/vppSites.js — 點位定義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src/composables/useBmsRealtime.js — 前端輪詢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資料表 vpp_realtime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主鍵：site_id + device_id + point_id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value (jsonb) — 點位數值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quality — 資料品質 good/bad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updated_at — 最新資料排序用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佳里：site_id = MG-TNN-001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端點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GET /api/health/db — 連線測試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GET /api/vpp/realtime/latest — 通用查詢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參數：site_id, device_id, point_id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GET /api/vpp/jiali/bms1/voltage — 快捷端點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請求範例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DF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/api/vpp/realtime/latest?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site_id=MG-TNN-001&amp;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device_id=BMS1&amp;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point_id=BMS1_SOC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回應：{ ok: true, data: { numeric_value: 35, ... } 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後端程式流程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server.mjs 收到 HTTP GET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讀取 query 參數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db.mjs → fetchLatestPoint()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自動偵測 value / updated_at 欄位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jsonb 用 #&gt;&gt; 取出數值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serialize.mjs 格式化 JSON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 res.json() 回傳前端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前端程式流程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ESSSystem.vue 呼叫 useBms1Realtime()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 5 秒並行 fetch 7 個點位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vppSites.js 定義 BMS1_REALTIME_POINTS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metrics 傳給 CabinetEssScene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懸停 BMS-1 顯示 SOC/電壓/SOH/溫度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開發啟動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DF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設定 backend/.env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dev:api   # API :5000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       # 前端 :5173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或：npm run dev:all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測試：localhost:5000/api/health/db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常見錯誤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 502 → API 未啟動，跑 npm run dev:api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404 查無資料 → 確認 DB 有該 point_id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 → DB 連線或欄位設定錯誤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NaN → 前端 ref 未解包（已修正）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BMS-1 目前點位（7 個）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BMS1_SOC — SOC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BMS1_AVG_RACK_VOLTAGE — 平均電壓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BMS1_MAX/MIN_CELL_VOLTAGE — 單體電壓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BMS1_AVG_SOH — 平均 SOH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BMS1_MAX/MIN_CELL_TEMP — 單體溫度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擴充 BMS-2 ~ BMS-8（1）命名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device_id：BMS2, BMS3, ... BMS8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point_id：BMS2_SOC, BMS2_AVG_RACK_VOLTAGE...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 BMS1 的 7 種點位類型即可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通用端點不需修改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擴充 BMS-2 ~ BMS-8（2）步驟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確認 DB 已有 BMS2~8 資料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vppSites.js 新增 BMS2_REALTIME_POINTS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重構 useBmsRealtime 為通用函式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CabinetEssScene 為 BMS-2~8 加 tooltip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ESSSystem 傳入各櫃 metrics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測試懸停與指標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擴充範例（未来）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DF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vppSites.js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BMS2_REALTIME_POINTS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key:'soc', pointId:'BMS2_SOC', ...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useBmsRealtime(siteId, 'BMS2', BMS2_POINTS)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進階：batch API 一次查整櫃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建議閱讀順序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backend/README.md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backend-node/server.mjs + db.mjs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vppSites.js + useBmsRealtime.js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ESSSystem.vue + CabinetEssScene.vue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規劃 BMS-2~8 擴充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71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62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微電網 EMS API 程式說明文件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微電網 EMS API 程式說明</dc:title>
  <dc:subject>PptxGenJS Presentation</dc:subject>
  <dc:creator>hg-microgrid-ems</dc:creator>
  <cp:lastModifiedBy>hg-microgrid-ems</cp:lastModifiedBy>
  <cp:revision>1</cp:revision>
  <dcterms:created xsi:type="dcterms:W3CDTF">2026-07-21T02:47:28Z</dcterms:created>
  <dcterms:modified xsi:type="dcterms:W3CDTF">2026-07-21T02:47:28Z</dcterms:modified>
</cp:coreProperties>
</file>